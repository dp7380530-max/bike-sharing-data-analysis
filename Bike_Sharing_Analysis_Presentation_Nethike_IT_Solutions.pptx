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341619"/>
            <a:ext cx="8829207" cy="1004341"/>
          </a:xfrm>
        </p:spPr>
        <p:txBody>
          <a:bodyPr>
            <a:normAutofit/>
          </a:bodyPr>
          <a:lstStyle/>
          <a:p>
            <a:r>
              <a:rPr sz="4800"/>
              <a:t>Bike Sharing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4264" y="2557220"/>
            <a:ext cx="5081666" cy="1752600"/>
          </a:xfrm>
        </p:spPr>
        <p:txBody>
          <a:bodyPr/>
          <a:lstStyle/>
          <a:p>
            <a:pPr algn="ctr"/>
            <a:r>
              <a:t>Internship Project Presentation</a:t>
            </a:r>
          </a:p>
          <a:p>
            <a:pPr algn="ctr"/>
            <a:r>
              <a:t>Nethike IT Solutions</a:t>
            </a:r>
          </a:p>
          <a:p>
            <a:pPr algn="ctr"/>
            <a:r>
              <a:t>By Deepak Patel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analyze bike-sharing demand patterns using Excel.</a:t>
            </a:r>
          </a:p>
          <a:p>
            <a:r>
              <a:t>• Identify trends based on hour, season, weather, and user type.</a:t>
            </a:r>
          </a:p>
          <a:p>
            <a:r>
              <a:t>• Build an interactive dashboard for business insights.</a:t>
            </a:r>
          </a:p>
          <a:p>
            <a:r>
              <a:t>• Generate actionable insights for better operational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Source: Provided dataset from Nethike IT Solutions.</a:t>
            </a:r>
          </a:p>
          <a:p>
            <a:r>
              <a:t>• Total Records: ~1000</a:t>
            </a:r>
          </a:p>
          <a:p>
            <a:r>
              <a:t>• Key Columns:</a:t>
            </a:r>
          </a:p>
          <a:p>
            <a:r>
              <a:t>   - Date, Season, Weather Code, Temperature, Humidity, Wind Speed</a:t>
            </a:r>
          </a:p>
          <a:p>
            <a:r>
              <a:t>   - Registered User, Non-Registered User, Total Users</a:t>
            </a:r>
          </a:p>
          <a:p>
            <a:r>
              <a:t>• Tools Used: Microsoft Excel (Pivot Table, Charts, Dashboard)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Summary (Key Metrics)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Users: 58,304</a:t>
            </a:r>
          </a:p>
          <a:p>
            <a:r>
              <a:t>• Registered Users: 53,383</a:t>
            </a:r>
          </a:p>
          <a:p>
            <a:r>
              <a:t>• Non-Registered Users: 4,921</a:t>
            </a:r>
          </a:p>
          <a:p>
            <a:r>
              <a:t>• Highest Hourly Users: 6,169</a:t>
            </a:r>
          </a:p>
          <a:p>
            <a:r>
              <a:t>• Lowest Hourly Users: 69</a:t>
            </a:r>
          </a:p>
          <a:p>
            <a:r>
              <a:t>• Avg Temperature: 20°C | Avg Humidity: 58%</a:t>
            </a:r>
          </a:p>
          <a:p>
            <a:r>
              <a:t>• Total Rentals on Weekdays &gt; Holidays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Pivot Table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Hourly Demand Analysis – Identifies busiest hours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Season-wise Analysis – Shows usage by season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Weather-wise Analysis – Impacts of weather on demand</a:t>
            </a:r>
            <a:r>
              <a:rPr lang="en-US" dirty="0" smtClean="0"/>
              <a:t>.</a:t>
            </a:r>
          </a:p>
          <a:p>
            <a:r>
              <a:rPr lang="en-US" dirty="0" smtClean="0"/>
              <a:t>User Type Split – Registered </a:t>
            </a:r>
            <a:r>
              <a:rPr lang="en-US" dirty="0" err="1" smtClean="0"/>
              <a:t>vs</a:t>
            </a:r>
            <a:r>
              <a:rPr lang="en-US" dirty="0" smtClean="0"/>
              <a:t> Non-Registered users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Key Insight: Demand peaks during evening hours (17–18 hrs) and is highest in winter season with    clear weather.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final Excel dashboard includes:</a:t>
            </a:r>
          </a:p>
          <a:p>
            <a:r>
              <a:t>• KPI Cards (Total Users, Avg Temp, Rentals, etc.)</a:t>
            </a:r>
          </a:p>
          <a:p>
            <a:r>
              <a:t>• Interactive Pivot Charts for hour, season, and weather.</a:t>
            </a:r>
          </a:p>
          <a:p>
            <a:r>
              <a:t>• Slicers for easy filtering by season and weather.</a:t>
            </a:r>
          </a:p>
          <a:p>
            <a:r>
              <a:t>• Visual Insights helping decision-making.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DASHBOARD</a:t>
            </a:r>
            <a:endParaRPr 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1328" t="26377" r="73259" b="17903"/>
          <a:stretch>
            <a:fillRect/>
          </a:stretch>
        </p:blipFill>
        <p:spPr bwMode="auto">
          <a:xfrm>
            <a:off x="2510725" y="2048567"/>
            <a:ext cx="3706605" cy="4569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Clear relationship between temperature and total users.</a:t>
            </a:r>
          </a:p>
          <a:p>
            <a:r>
              <a:t>✅ High user engagement during winter and evening hours.</a:t>
            </a:r>
          </a:p>
          <a:p>
            <a:r>
              <a:t>✅ Registered users form majority (≈ 91.5%).</a:t>
            </a:r>
          </a:p>
          <a:p>
            <a:r>
              <a:t>✅ Improved analytical and Excel dashboarding skills.</a:t>
            </a:r>
          </a:p>
          <a:p>
            <a:endParaRPr/>
          </a:p>
          <a:p>
            <a:r>
              <a:t>✨ Project done as part of internship at Nethike IT Solutions.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17</TotalTime>
  <Words>332</Words>
  <Application>Microsoft Macintosh PowerPoint</Application>
  <PresentationFormat>On-screen Show (4:3)</PresentationFormat>
  <Paragraphs>44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Flow</vt:lpstr>
      <vt:lpstr>Bike Sharing Analysis Dashboard</vt:lpstr>
      <vt:lpstr>Project Objective</vt:lpstr>
      <vt:lpstr>Dataset Overview</vt:lpstr>
      <vt:lpstr>KPI Summary (Key Metrics)</vt:lpstr>
      <vt:lpstr>Pivot Table Insights</vt:lpstr>
      <vt:lpstr>Excel Dashboard Overview</vt:lpstr>
      <vt:lpstr>DASHBOARD</vt:lpstr>
      <vt:lpstr>Conclusion &amp; Learnings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Analysis Dashboard</dc:title>
  <dc:creator>asus</dc:creator>
  <dc:description>generated using python-pptx</dc:description>
  <cp:lastModifiedBy>asus</cp:lastModifiedBy>
  <cp:revision>3</cp:revision>
  <dcterms:created xsi:type="dcterms:W3CDTF">2013-01-27T09:14:16Z</dcterms:created>
  <dcterms:modified xsi:type="dcterms:W3CDTF">2025-11-09T11:30:32Z</dcterms:modified>
</cp:coreProperties>
</file>